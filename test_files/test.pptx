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测试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这是 PowerPoint 内容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